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altLang="en-US" dirty="0"/>
              <a:t>Accessibility</a:t>
            </a:r>
            <a:endParaRPr lang="en-GB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First run of lighthouse</a:t>
            </a:r>
            <a:endParaRPr lang="en-GB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</Words>
  <Application>WPS Presentation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Accessibility</dc:title>
  <dc:creator/>
  <cp:lastModifiedBy>joshu</cp:lastModifiedBy>
  <cp:revision>1</cp:revision>
  <dcterms:created xsi:type="dcterms:W3CDTF">2022-01-04T19:34:53Z</dcterms:created>
  <dcterms:modified xsi:type="dcterms:W3CDTF">2022-01-04T19:34:53Z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AE5CA92C33B14D64985325E17326C9D5</vt:lpwstr>
  </property>
  <property fmtid="{D5CDD505-2E9C-101B-9397-08002B2CF9AE}" pid="3" name="KSOProductBuildVer">
    <vt:lpwstr>2057-11.2.0.10426</vt:lpwstr>
  </property>
</Properties>
</file>