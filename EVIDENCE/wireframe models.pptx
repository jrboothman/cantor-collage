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4610" y="-432435"/>
            <a:ext cx="10515600" cy="1325563"/>
          </a:xfrm>
        </p:spPr>
        <p:txBody>
          <a:bodyPr/>
          <a:p>
            <a:r>
              <a:rPr lang="en-GB" altLang="en-US" sz="2800"/>
              <a:t>Home Page</a:t>
            </a:r>
            <a:endParaRPr lang="en-GB" altLang="en-US" sz="2800"/>
          </a:p>
        </p:txBody>
      </p:sp>
      <p:sp>
        <p:nvSpPr>
          <p:cNvPr id="4" name="Rectangles 3"/>
          <p:cNvSpPr/>
          <p:nvPr/>
        </p:nvSpPr>
        <p:spPr>
          <a:xfrm>
            <a:off x="2702560" y="264160"/>
            <a:ext cx="4320540" cy="620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pic>
        <p:nvPicPr>
          <p:cNvPr id="5" name="Picture 4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4930" y="1340485"/>
            <a:ext cx="1029335" cy="918210"/>
          </a:xfrm>
          <a:prstGeom prst="rect">
            <a:avLst/>
          </a:prstGeom>
        </p:spPr>
      </p:pic>
      <p:sp>
        <p:nvSpPr>
          <p:cNvPr id="8" name="Rectangles 7"/>
          <p:cNvSpPr/>
          <p:nvPr/>
        </p:nvSpPr>
        <p:spPr>
          <a:xfrm>
            <a:off x="2702560" y="264160"/>
            <a:ext cx="901700" cy="74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9" name="Rectangles 8"/>
          <p:cNvSpPr/>
          <p:nvPr/>
        </p:nvSpPr>
        <p:spPr>
          <a:xfrm>
            <a:off x="2702560" y="1009650"/>
            <a:ext cx="4319905" cy="4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1" name="Rectangles 10"/>
          <p:cNvSpPr/>
          <p:nvPr/>
        </p:nvSpPr>
        <p:spPr>
          <a:xfrm>
            <a:off x="2702560" y="5834380"/>
            <a:ext cx="4319905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2" name="Rectangles 11"/>
          <p:cNvSpPr/>
          <p:nvPr/>
        </p:nvSpPr>
        <p:spPr>
          <a:xfrm>
            <a:off x="2703195" y="1424305"/>
            <a:ext cx="4319905" cy="2786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" name="Rectangles 12"/>
          <p:cNvSpPr/>
          <p:nvPr/>
        </p:nvSpPr>
        <p:spPr>
          <a:xfrm>
            <a:off x="2702560" y="4210685"/>
            <a:ext cx="2160270" cy="162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4" name="Text Box 13"/>
          <p:cNvSpPr txBox="1"/>
          <p:nvPr/>
        </p:nvSpPr>
        <p:spPr>
          <a:xfrm>
            <a:off x="2832100" y="466725"/>
            <a:ext cx="652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Logo</a:t>
            </a:r>
            <a:endParaRPr lang="en-GB" altLang="en-US"/>
          </a:p>
        </p:txBody>
      </p:sp>
      <p:sp>
        <p:nvSpPr>
          <p:cNvPr id="15" name="Text Box 14"/>
          <p:cNvSpPr txBox="1"/>
          <p:nvPr/>
        </p:nvSpPr>
        <p:spPr>
          <a:xfrm>
            <a:off x="4578350" y="452755"/>
            <a:ext cx="2767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Title</a:t>
            </a:r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4348480" y="1007110"/>
            <a:ext cx="90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Nav bar</a:t>
            </a:r>
            <a:endParaRPr lang="en-GB" altLang="en-US"/>
          </a:p>
        </p:txBody>
      </p:sp>
      <p:sp>
        <p:nvSpPr>
          <p:cNvPr id="17" name="Text Box 16"/>
          <p:cNvSpPr txBox="1"/>
          <p:nvPr/>
        </p:nvSpPr>
        <p:spPr>
          <a:xfrm>
            <a:off x="4526280" y="2633345"/>
            <a:ext cx="671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Text</a:t>
            </a:r>
            <a:endParaRPr lang="en-GB" altLang="en-US"/>
          </a:p>
        </p:txBody>
      </p:sp>
      <p:sp>
        <p:nvSpPr>
          <p:cNvPr id="18" name="Text Box 17"/>
          <p:cNvSpPr txBox="1"/>
          <p:nvPr/>
        </p:nvSpPr>
        <p:spPr>
          <a:xfrm>
            <a:off x="4114800" y="5967730"/>
            <a:ext cx="1369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Footer</a:t>
            </a:r>
            <a:endParaRPr lang="en-GB" altLang="en-US"/>
          </a:p>
        </p:txBody>
      </p:sp>
      <p:sp>
        <p:nvSpPr>
          <p:cNvPr id="19" name="Text Box 18"/>
          <p:cNvSpPr txBox="1"/>
          <p:nvPr/>
        </p:nvSpPr>
        <p:spPr>
          <a:xfrm>
            <a:off x="3089275" y="4530090"/>
            <a:ext cx="12223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Image slider</a:t>
            </a:r>
            <a:endParaRPr lang="en-GB" altLang="en-US"/>
          </a:p>
        </p:txBody>
      </p:sp>
      <p:sp>
        <p:nvSpPr>
          <p:cNvPr id="20" name="Text Box 19"/>
          <p:cNvSpPr txBox="1"/>
          <p:nvPr/>
        </p:nvSpPr>
        <p:spPr>
          <a:xfrm>
            <a:off x="5350510" y="4625340"/>
            <a:ext cx="12223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Image slider</a:t>
            </a:r>
            <a:endParaRPr lang="en-GB" altLang="en-US"/>
          </a:p>
        </p:txBody>
      </p:sp>
      <p:sp>
        <p:nvSpPr>
          <p:cNvPr id="21" name="Text Box 20"/>
          <p:cNvSpPr txBox="1"/>
          <p:nvPr/>
        </p:nvSpPr>
        <p:spPr>
          <a:xfrm>
            <a:off x="8724265" y="1340485"/>
            <a:ext cx="24453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Colour scheme matches the logos colours throughout</a:t>
            </a:r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54610" y="-432435"/>
            <a:ext cx="10515600" cy="1325563"/>
          </a:xfrm>
        </p:spPr>
        <p:txBody>
          <a:bodyPr/>
          <a:p>
            <a:r>
              <a:rPr lang="en-GB" altLang="en-US" sz="2800"/>
              <a:t>Home Page (mobile)</a:t>
            </a:r>
            <a:endParaRPr lang="en-GB" altLang="en-US" sz="2800"/>
          </a:p>
        </p:txBody>
      </p:sp>
      <p:sp>
        <p:nvSpPr>
          <p:cNvPr id="5" name="Rectangles 4"/>
          <p:cNvSpPr/>
          <p:nvPr/>
        </p:nvSpPr>
        <p:spPr>
          <a:xfrm>
            <a:off x="3483610" y="405765"/>
            <a:ext cx="4320540" cy="620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8" name="Rectangles 7"/>
          <p:cNvSpPr/>
          <p:nvPr/>
        </p:nvSpPr>
        <p:spPr>
          <a:xfrm>
            <a:off x="3483610" y="405765"/>
            <a:ext cx="901700" cy="74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9" name="Rectangles 8"/>
          <p:cNvSpPr/>
          <p:nvPr/>
        </p:nvSpPr>
        <p:spPr>
          <a:xfrm>
            <a:off x="3483610" y="1151255"/>
            <a:ext cx="4319905" cy="4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1" name="Rectangles 10"/>
          <p:cNvSpPr/>
          <p:nvPr/>
        </p:nvSpPr>
        <p:spPr>
          <a:xfrm>
            <a:off x="3483610" y="5975985"/>
            <a:ext cx="4319905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2" name="Rectangles 11"/>
          <p:cNvSpPr/>
          <p:nvPr/>
        </p:nvSpPr>
        <p:spPr>
          <a:xfrm>
            <a:off x="3484245" y="1565910"/>
            <a:ext cx="4319905" cy="154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" name="Rectangles 12"/>
          <p:cNvSpPr/>
          <p:nvPr/>
        </p:nvSpPr>
        <p:spPr>
          <a:xfrm>
            <a:off x="3483610" y="4352290"/>
            <a:ext cx="4320540" cy="162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4" name="Text Box 13"/>
          <p:cNvSpPr txBox="1"/>
          <p:nvPr/>
        </p:nvSpPr>
        <p:spPr>
          <a:xfrm>
            <a:off x="3613150" y="608330"/>
            <a:ext cx="652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Logo</a:t>
            </a:r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5129530" y="1148715"/>
            <a:ext cx="90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Nav bar</a:t>
            </a:r>
            <a:endParaRPr lang="en-GB" altLang="en-US"/>
          </a:p>
        </p:txBody>
      </p:sp>
      <p:sp>
        <p:nvSpPr>
          <p:cNvPr id="17" name="Text Box 16"/>
          <p:cNvSpPr txBox="1"/>
          <p:nvPr/>
        </p:nvSpPr>
        <p:spPr>
          <a:xfrm>
            <a:off x="5307330" y="2552065"/>
            <a:ext cx="671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Text</a:t>
            </a:r>
            <a:endParaRPr lang="en-GB" altLang="en-US"/>
          </a:p>
        </p:txBody>
      </p:sp>
      <p:sp>
        <p:nvSpPr>
          <p:cNvPr id="18" name="Text Box 17"/>
          <p:cNvSpPr txBox="1"/>
          <p:nvPr/>
        </p:nvSpPr>
        <p:spPr>
          <a:xfrm>
            <a:off x="4895850" y="6109335"/>
            <a:ext cx="1369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Footer</a:t>
            </a:r>
            <a:endParaRPr lang="en-GB" altLang="en-US"/>
          </a:p>
        </p:txBody>
      </p:sp>
      <p:sp>
        <p:nvSpPr>
          <p:cNvPr id="19" name="Text Box 18"/>
          <p:cNvSpPr txBox="1"/>
          <p:nvPr/>
        </p:nvSpPr>
        <p:spPr>
          <a:xfrm>
            <a:off x="3870325" y="4671695"/>
            <a:ext cx="12223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Image slider</a:t>
            </a:r>
            <a:endParaRPr lang="en-GB" altLang="en-US"/>
          </a:p>
        </p:txBody>
      </p:sp>
      <p:sp>
        <p:nvSpPr>
          <p:cNvPr id="20" name="Text Box 19"/>
          <p:cNvSpPr txBox="1"/>
          <p:nvPr/>
        </p:nvSpPr>
        <p:spPr>
          <a:xfrm>
            <a:off x="5031740" y="3571875"/>
            <a:ext cx="12223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Image slider</a:t>
            </a:r>
            <a:endParaRPr lang="en-GB" altLang="en-US"/>
          </a:p>
        </p:txBody>
      </p:sp>
      <p:sp>
        <p:nvSpPr>
          <p:cNvPr id="6" name="Rectangles 5"/>
          <p:cNvSpPr/>
          <p:nvPr/>
        </p:nvSpPr>
        <p:spPr>
          <a:xfrm>
            <a:off x="3484245" y="1151255"/>
            <a:ext cx="485775" cy="414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1456055" y="1949450"/>
            <a:ext cx="14097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Button to exspand and retract navbar</a:t>
            </a:r>
            <a:endParaRPr lang="en-GB" altLang="en-US"/>
          </a:p>
        </p:txBody>
      </p:sp>
      <p:cxnSp>
        <p:nvCxnSpPr>
          <p:cNvPr id="10" name="Straight Arrow Connector 9"/>
          <p:cNvCxnSpPr>
            <a:stCxn id="7" idx="0"/>
            <a:endCxn id="6" idx="1"/>
          </p:cNvCxnSpPr>
          <p:nvPr/>
        </p:nvCxnSpPr>
        <p:spPr>
          <a:xfrm flipV="1">
            <a:off x="2160905" y="1358265"/>
            <a:ext cx="1323340" cy="591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54610" y="-432435"/>
            <a:ext cx="10515600" cy="1325563"/>
          </a:xfrm>
        </p:spPr>
        <p:txBody>
          <a:bodyPr/>
          <a:p>
            <a:r>
              <a:rPr lang="en-GB" altLang="en-US" sz="2800"/>
              <a:t>Page Design 1</a:t>
            </a:r>
            <a:endParaRPr lang="en-GB" altLang="en-US" sz="2800"/>
          </a:p>
        </p:txBody>
      </p:sp>
      <p:sp>
        <p:nvSpPr>
          <p:cNvPr id="5" name="Rectangles 4"/>
          <p:cNvSpPr/>
          <p:nvPr/>
        </p:nvSpPr>
        <p:spPr>
          <a:xfrm>
            <a:off x="2702560" y="264160"/>
            <a:ext cx="4320540" cy="620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8" name="Rectangles 7"/>
          <p:cNvSpPr/>
          <p:nvPr/>
        </p:nvSpPr>
        <p:spPr>
          <a:xfrm>
            <a:off x="2702560" y="264160"/>
            <a:ext cx="901700" cy="74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9" name="Rectangles 8"/>
          <p:cNvSpPr/>
          <p:nvPr/>
        </p:nvSpPr>
        <p:spPr>
          <a:xfrm>
            <a:off x="2702560" y="1009650"/>
            <a:ext cx="4319905" cy="4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1" name="Rectangles 10"/>
          <p:cNvSpPr/>
          <p:nvPr/>
        </p:nvSpPr>
        <p:spPr>
          <a:xfrm>
            <a:off x="2702560" y="5834380"/>
            <a:ext cx="4319905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2" name="Rectangles 11"/>
          <p:cNvSpPr/>
          <p:nvPr/>
        </p:nvSpPr>
        <p:spPr>
          <a:xfrm>
            <a:off x="4233545" y="1424305"/>
            <a:ext cx="2789555" cy="2786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" name="Rectangles 12"/>
          <p:cNvSpPr/>
          <p:nvPr/>
        </p:nvSpPr>
        <p:spPr>
          <a:xfrm>
            <a:off x="2702560" y="1424940"/>
            <a:ext cx="1531620" cy="4407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4" name="Text Box 13"/>
          <p:cNvSpPr txBox="1"/>
          <p:nvPr/>
        </p:nvSpPr>
        <p:spPr>
          <a:xfrm>
            <a:off x="2832100" y="466725"/>
            <a:ext cx="652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Logo</a:t>
            </a:r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4348480" y="1007110"/>
            <a:ext cx="90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Nav bar</a:t>
            </a:r>
            <a:endParaRPr lang="en-GB" altLang="en-US"/>
          </a:p>
        </p:txBody>
      </p:sp>
      <p:sp>
        <p:nvSpPr>
          <p:cNvPr id="17" name="Text Box 16"/>
          <p:cNvSpPr txBox="1"/>
          <p:nvPr/>
        </p:nvSpPr>
        <p:spPr>
          <a:xfrm>
            <a:off x="4526280" y="2633345"/>
            <a:ext cx="671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Text</a:t>
            </a:r>
            <a:endParaRPr lang="en-GB" altLang="en-US"/>
          </a:p>
        </p:txBody>
      </p:sp>
      <p:sp>
        <p:nvSpPr>
          <p:cNvPr id="18" name="Text Box 17"/>
          <p:cNvSpPr txBox="1"/>
          <p:nvPr/>
        </p:nvSpPr>
        <p:spPr>
          <a:xfrm>
            <a:off x="4114800" y="5967730"/>
            <a:ext cx="1369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Footer</a:t>
            </a:r>
            <a:endParaRPr lang="en-GB" altLang="en-US"/>
          </a:p>
        </p:txBody>
      </p:sp>
      <p:sp>
        <p:nvSpPr>
          <p:cNvPr id="19" name="Text Box 18"/>
          <p:cNvSpPr txBox="1"/>
          <p:nvPr/>
        </p:nvSpPr>
        <p:spPr>
          <a:xfrm>
            <a:off x="2832100" y="2217420"/>
            <a:ext cx="1222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Side bar</a:t>
            </a:r>
            <a:endParaRPr lang="en-GB" altLang="en-US"/>
          </a:p>
        </p:txBody>
      </p:sp>
      <p:sp>
        <p:nvSpPr>
          <p:cNvPr id="20" name="Text Box 19"/>
          <p:cNvSpPr txBox="1"/>
          <p:nvPr/>
        </p:nvSpPr>
        <p:spPr>
          <a:xfrm>
            <a:off x="5350510" y="4625340"/>
            <a:ext cx="1222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Image</a:t>
            </a:r>
            <a:endParaRPr lang="en-GB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54610" y="-432435"/>
            <a:ext cx="10515600" cy="1325563"/>
          </a:xfrm>
        </p:spPr>
        <p:txBody>
          <a:bodyPr/>
          <a:p>
            <a:r>
              <a:rPr lang="en-GB" altLang="en-US" sz="2800"/>
              <a:t>Page Design 1 (mobile)</a:t>
            </a:r>
            <a:endParaRPr lang="en-GB" altLang="en-US" sz="2800"/>
          </a:p>
        </p:txBody>
      </p:sp>
      <p:sp>
        <p:nvSpPr>
          <p:cNvPr id="5" name="Rectangles 4"/>
          <p:cNvSpPr/>
          <p:nvPr/>
        </p:nvSpPr>
        <p:spPr>
          <a:xfrm>
            <a:off x="3483610" y="405765"/>
            <a:ext cx="4320540" cy="620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" name="Rectangles 6"/>
          <p:cNvSpPr/>
          <p:nvPr/>
        </p:nvSpPr>
        <p:spPr>
          <a:xfrm>
            <a:off x="3483610" y="1151255"/>
            <a:ext cx="4319905" cy="4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1" name="Rectangles 10"/>
          <p:cNvSpPr/>
          <p:nvPr/>
        </p:nvSpPr>
        <p:spPr>
          <a:xfrm>
            <a:off x="3483610" y="5975985"/>
            <a:ext cx="4319905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0" name="Rectangles 9"/>
          <p:cNvSpPr/>
          <p:nvPr/>
        </p:nvSpPr>
        <p:spPr>
          <a:xfrm>
            <a:off x="3484245" y="1565910"/>
            <a:ext cx="4319905" cy="154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5" name="Rectangles 14"/>
          <p:cNvSpPr/>
          <p:nvPr/>
        </p:nvSpPr>
        <p:spPr>
          <a:xfrm>
            <a:off x="3483610" y="4352290"/>
            <a:ext cx="4320540" cy="162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1" name="Text Box 20"/>
          <p:cNvSpPr txBox="1"/>
          <p:nvPr/>
        </p:nvSpPr>
        <p:spPr>
          <a:xfrm>
            <a:off x="3613150" y="608330"/>
            <a:ext cx="652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Logo</a:t>
            </a:r>
            <a:endParaRPr lang="en-GB" altLang="en-US"/>
          </a:p>
        </p:txBody>
      </p:sp>
      <p:sp>
        <p:nvSpPr>
          <p:cNvPr id="22" name="Text Box 21"/>
          <p:cNvSpPr txBox="1"/>
          <p:nvPr/>
        </p:nvSpPr>
        <p:spPr>
          <a:xfrm>
            <a:off x="5129530" y="1148715"/>
            <a:ext cx="90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Nav bar</a:t>
            </a:r>
            <a:endParaRPr lang="en-GB" altLang="en-US"/>
          </a:p>
        </p:txBody>
      </p:sp>
      <p:sp>
        <p:nvSpPr>
          <p:cNvPr id="23" name="Text Box 22"/>
          <p:cNvSpPr txBox="1"/>
          <p:nvPr/>
        </p:nvSpPr>
        <p:spPr>
          <a:xfrm>
            <a:off x="5031740" y="4979035"/>
            <a:ext cx="671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Text</a:t>
            </a:r>
            <a:endParaRPr lang="en-GB" altLang="en-US"/>
          </a:p>
        </p:txBody>
      </p:sp>
      <p:sp>
        <p:nvSpPr>
          <p:cNvPr id="24" name="Text Box 23"/>
          <p:cNvSpPr txBox="1"/>
          <p:nvPr/>
        </p:nvSpPr>
        <p:spPr>
          <a:xfrm>
            <a:off x="4895850" y="6109335"/>
            <a:ext cx="1369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Footer</a:t>
            </a:r>
            <a:endParaRPr lang="en-GB" altLang="en-US"/>
          </a:p>
        </p:txBody>
      </p:sp>
      <p:sp>
        <p:nvSpPr>
          <p:cNvPr id="25" name="Text Box 24"/>
          <p:cNvSpPr txBox="1"/>
          <p:nvPr/>
        </p:nvSpPr>
        <p:spPr>
          <a:xfrm>
            <a:off x="3970020" y="2115820"/>
            <a:ext cx="12223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sidebar content</a:t>
            </a:r>
            <a:endParaRPr lang="en-GB" altLang="en-US"/>
          </a:p>
        </p:txBody>
      </p:sp>
      <p:sp>
        <p:nvSpPr>
          <p:cNvPr id="26" name="Text Box 25"/>
          <p:cNvSpPr txBox="1"/>
          <p:nvPr/>
        </p:nvSpPr>
        <p:spPr>
          <a:xfrm>
            <a:off x="5031740" y="3571875"/>
            <a:ext cx="1222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Image</a:t>
            </a:r>
            <a:endParaRPr lang="en-GB" altLang="en-US"/>
          </a:p>
        </p:txBody>
      </p:sp>
      <p:sp>
        <p:nvSpPr>
          <p:cNvPr id="27" name="Rectangles 26"/>
          <p:cNvSpPr/>
          <p:nvPr/>
        </p:nvSpPr>
        <p:spPr>
          <a:xfrm>
            <a:off x="3484245" y="1151255"/>
            <a:ext cx="485775" cy="414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28" name="Text Box 27"/>
          <p:cNvSpPr txBox="1"/>
          <p:nvPr/>
        </p:nvSpPr>
        <p:spPr>
          <a:xfrm>
            <a:off x="1456055" y="1949450"/>
            <a:ext cx="14097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Button to exspand and retract navbar</a:t>
            </a:r>
            <a:endParaRPr lang="en-GB" altLang="en-US"/>
          </a:p>
        </p:txBody>
      </p:sp>
      <p:cxnSp>
        <p:nvCxnSpPr>
          <p:cNvPr id="29" name="Straight Arrow Connector 28"/>
          <p:cNvCxnSpPr>
            <a:stCxn id="28" idx="0"/>
            <a:endCxn id="27" idx="1"/>
          </p:cNvCxnSpPr>
          <p:nvPr/>
        </p:nvCxnSpPr>
        <p:spPr>
          <a:xfrm flipV="1">
            <a:off x="2160905" y="1358265"/>
            <a:ext cx="1323340" cy="591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54610" y="-432435"/>
            <a:ext cx="10515600" cy="1325563"/>
          </a:xfrm>
        </p:spPr>
        <p:txBody>
          <a:bodyPr/>
          <a:p>
            <a:r>
              <a:rPr lang="en-GB" altLang="en-US" sz="2800"/>
              <a:t>Page Design 2</a:t>
            </a:r>
            <a:endParaRPr lang="en-GB" altLang="en-US" sz="2800"/>
          </a:p>
        </p:txBody>
      </p:sp>
      <p:sp>
        <p:nvSpPr>
          <p:cNvPr id="5" name="Rectangles 4"/>
          <p:cNvSpPr/>
          <p:nvPr/>
        </p:nvSpPr>
        <p:spPr>
          <a:xfrm>
            <a:off x="2702560" y="264160"/>
            <a:ext cx="4320540" cy="620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8" name="Rectangles 7"/>
          <p:cNvSpPr/>
          <p:nvPr/>
        </p:nvSpPr>
        <p:spPr>
          <a:xfrm>
            <a:off x="2702560" y="264160"/>
            <a:ext cx="901700" cy="74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9" name="Rectangles 8"/>
          <p:cNvSpPr/>
          <p:nvPr/>
        </p:nvSpPr>
        <p:spPr>
          <a:xfrm>
            <a:off x="2702560" y="1009650"/>
            <a:ext cx="4319905" cy="4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1" name="Rectangles 10"/>
          <p:cNvSpPr/>
          <p:nvPr/>
        </p:nvSpPr>
        <p:spPr>
          <a:xfrm>
            <a:off x="2702560" y="5834380"/>
            <a:ext cx="4319905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2" name="Rectangles 11"/>
          <p:cNvSpPr/>
          <p:nvPr/>
        </p:nvSpPr>
        <p:spPr>
          <a:xfrm>
            <a:off x="2703195" y="1424305"/>
            <a:ext cx="2647950" cy="440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" name="Rectangles 12"/>
          <p:cNvSpPr/>
          <p:nvPr/>
        </p:nvSpPr>
        <p:spPr>
          <a:xfrm>
            <a:off x="5351145" y="1424305"/>
            <a:ext cx="1671955" cy="277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4" name="Text Box 13"/>
          <p:cNvSpPr txBox="1"/>
          <p:nvPr/>
        </p:nvSpPr>
        <p:spPr>
          <a:xfrm>
            <a:off x="2832100" y="466725"/>
            <a:ext cx="652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Logo</a:t>
            </a:r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4348480" y="1007110"/>
            <a:ext cx="90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Nav bar</a:t>
            </a:r>
            <a:endParaRPr lang="en-GB" altLang="en-US"/>
          </a:p>
        </p:txBody>
      </p:sp>
      <p:sp>
        <p:nvSpPr>
          <p:cNvPr id="17" name="Text Box 16"/>
          <p:cNvSpPr txBox="1"/>
          <p:nvPr/>
        </p:nvSpPr>
        <p:spPr>
          <a:xfrm>
            <a:off x="4526280" y="2633345"/>
            <a:ext cx="671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Text</a:t>
            </a:r>
            <a:endParaRPr lang="en-GB" altLang="en-US"/>
          </a:p>
        </p:txBody>
      </p:sp>
      <p:sp>
        <p:nvSpPr>
          <p:cNvPr id="18" name="Text Box 17"/>
          <p:cNvSpPr txBox="1"/>
          <p:nvPr/>
        </p:nvSpPr>
        <p:spPr>
          <a:xfrm>
            <a:off x="4114800" y="5967730"/>
            <a:ext cx="1369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Footer</a:t>
            </a:r>
            <a:endParaRPr lang="en-GB" altLang="en-US"/>
          </a:p>
        </p:txBody>
      </p:sp>
      <p:sp>
        <p:nvSpPr>
          <p:cNvPr id="19" name="Text Box 18"/>
          <p:cNvSpPr txBox="1"/>
          <p:nvPr/>
        </p:nvSpPr>
        <p:spPr>
          <a:xfrm>
            <a:off x="5575935" y="2437130"/>
            <a:ext cx="1222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Image</a:t>
            </a:r>
            <a:endParaRPr lang="en-GB" altLang="en-US"/>
          </a:p>
        </p:txBody>
      </p:sp>
      <p:sp>
        <p:nvSpPr>
          <p:cNvPr id="20" name="Text Box 19"/>
          <p:cNvSpPr txBox="1"/>
          <p:nvPr/>
        </p:nvSpPr>
        <p:spPr>
          <a:xfrm>
            <a:off x="5350510" y="4625340"/>
            <a:ext cx="1222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Image</a:t>
            </a:r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-54610" y="-432435"/>
            <a:ext cx="10515600" cy="1325563"/>
          </a:xfrm>
        </p:spPr>
        <p:txBody>
          <a:bodyPr/>
          <a:p>
            <a:r>
              <a:rPr lang="en-GB" altLang="en-US" sz="2800"/>
              <a:t>Page Design 2 (mobile)</a:t>
            </a:r>
            <a:endParaRPr lang="en-GB" altLang="en-US" sz="2800"/>
          </a:p>
        </p:txBody>
      </p:sp>
      <p:sp>
        <p:nvSpPr>
          <p:cNvPr id="5" name="Rectangles 4"/>
          <p:cNvSpPr/>
          <p:nvPr/>
        </p:nvSpPr>
        <p:spPr>
          <a:xfrm>
            <a:off x="3483610" y="405765"/>
            <a:ext cx="4320540" cy="620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9" name="Rectangles 8"/>
          <p:cNvSpPr/>
          <p:nvPr/>
        </p:nvSpPr>
        <p:spPr>
          <a:xfrm>
            <a:off x="3483610" y="1151255"/>
            <a:ext cx="4319905" cy="41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1" name="Rectangles 10"/>
          <p:cNvSpPr/>
          <p:nvPr/>
        </p:nvSpPr>
        <p:spPr>
          <a:xfrm>
            <a:off x="3483610" y="5975985"/>
            <a:ext cx="4319905" cy="63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2" name="Rectangles 11"/>
          <p:cNvSpPr/>
          <p:nvPr/>
        </p:nvSpPr>
        <p:spPr>
          <a:xfrm>
            <a:off x="3484245" y="1565910"/>
            <a:ext cx="4319905" cy="1548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3" name="Rectangles 12"/>
          <p:cNvSpPr/>
          <p:nvPr/>
        </p:nvSpPr>
        <p:spPr>
          <a:xfrm>
            <a:off x="3483610" y="4352290"/>
            <a:ext cx="4320540" cy="1621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14" name="Text Box 13"/>
          <p:cNvSpPr txBox="1"/>
          <p:nvPr/>
        </p:nvSpPr>
        <p:spPr>
          <a:xfrm>
            <a:off x="3613150" y="608330"/>
            <a:ext cx="652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Logo</a:t>
            </a:r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5129530" y="1148715"/>
            <a:ext cx="901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Nav bar</a:t>
            </a:r>
            <a:endParaRPr lang="en-GB" altLang="en-US"/>
          </a:p>
        </p:txBody>
      </p:sp>
      <p:sp>
        <p:nvSpPr>
          <p:cNvPr id="17" name="Text Box 16"/>
          <p:cNvSpPr txBox="1"/>
          <p:nvPr/>
        </p:nvSpPr>
        <p:spPr>
          <a:xfrm>
            <a:off x="5307330" y="2552065"/>
            <a:ext cx="671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Text</a:t>
            </a:r>
            <a:endParaRPr lang="en-GB" altLang="en-US"/>
          </a:p>
        </p:txBody>
      </p:sp>
      <p:sp>
        <p:nvSpPr>
          <p:cNvPr id="18" name="Text Box 17"/>
          <p:cNvSpPr txBox="1"/>
          <p:nvPr/>
        </p:nvSpPr>
        <p:spPr>
          <a:xfrm>
            <a:off x="4895850" y="6109335"/>
            <a:ext cx="1369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Footer</a:t>
            </a:r>
            <a:endParaRPr lang="en-GB" altLang="en-US"/>
          </a:p>
        </p:txBody>
      </p:sp>
      <p:sp>
        <p:nvSpPr>
          <p:cNvPr id="19" name="Text Box 18"/>
          <p:cNvSpPr txBox="1"/>
          <p:nvPr/>
        </p:nvSpPr>
        <p:spPr>
          <a:xfrm>
            <a:off x="3870325" y="4671695"/>
            <a:ext cx="1222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Image</a:t>
            </a:r>
            <a:endParaRPr lang="en-GB" altLang="en-US"/>
          </a:p>
        </p:txBody>
      </p:sp>
      <p:sp>
        <p:nvSpPr>
          <p:cNvPr id="20" name="Text Box 19"/>
          <p:cNvSpPr txBox="1"/>
          <p:nvPr/>
        </p:nvSpPr>
        <p:spPr>
          <a:xfrm>
            <a:off x="5031740" y="3571875"/>
            <a:ext cx="1222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Image</a:t>
            </a:r>
            <a:endParaRPr lang="en-GB" altLang="en-US"/>
          </a:p>
        </p:txBody>
      </p:sp>
      <p:sp>
        <p:nvSpPr>
          <p:cNvPr id="6" name="Rectangles 5"/>
          <p:cNvSpPr/>
          <p:nvPr/>
        </p:nvSpPr>
        <p:spPr>
          <a:xfrm>
            <a:off x="3484245" y="1151255"/>
            <a:ext cx="485775" cy="414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GB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1456055" y="1949450"/>
            <a:ext cx="14097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Button to exspand and retract navbar</a:t>
            </a:r>
            <a:endParaRPr lang="en-GB" altLang="en-US"/>
          </a:p>
        </p:txBody>
      </p:sp>
      <p:cxnSp>
        <p:nvCxnSpPr>
          <p:cNvPr id="10" name="Straight Arrow Connector 9"/>
          <p:cNvCxnSpPr>
            <a:stCxn id="7" idx="0"/>
            <a:endCxn id="6" idx="1"/>
          </p:cNvCxnSpPr>
          <p:nvPr/>
        </p:nvCxnSpPr>
        <p:spPr>
          <a:xfrm flipV="1">
            <a:off x="2160905" y="1358265"/>
            <a:ext cx="1323340" cy="59118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487</Words>
  <Application>WPS Presentation</Application>
  <PresentationFormat>Widescreen</PresentationFormat>
  <Paragraphs>94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Home Page</vt:lpstr>
      <vt:lpstr>Home Page</vt:lpstr>
      <vt:lpstr>Home Page</vt:lpstr>
      <vt:lpstr>Home Page</vt:lpstr>
      <vt:lpstr>Home Page</vt:lpstr>
      <vt:lpstr>Home Page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joshu</cp:lastModifiedBy>
  <cp:revision>3</cp:revision>
  <dcterms:created xsi:type="dcterms:W3CDTF">2021-11-22T13:44:00Z</dcterms:created>
  <dcterms:modified xsi:type="dcterms:W3CDTF">2021-11-27T14:55:57Z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0DCC67E7D5B24BFEBDB87584AF96093C</vt:lpwstr>
  </property>
  <property fmtid="{D5CDD505-2E9C-101B-9397-08002B2CF9AE}" pid="3" name="KSOProductBuildVer">
    <vt:lpwstr>2057-11.2.0.10382</vt:lpwstr>
  </property>
</Properties>
</file>